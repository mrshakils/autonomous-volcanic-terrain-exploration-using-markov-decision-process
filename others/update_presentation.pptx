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FB2C8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FFFFFF"/>
                </a:solidFill>
              </a:rPr>
              <a:t>Autonomous Volcanic Terrain Exploration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E8C15A"/>
                </a:solidFill>
              </a:rPr>
              <a:t>Using a Markov Decision Process (MDP)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9FB2C8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Project Update — Update 1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9FB2C8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</a:rPr>
              <a:t>We are Group 5: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9FB2C8"/>
                </a:solidFill>
              </a:rPr>
              <a:t>Shakil Ahmed   ·   Fahim Foysal   ·   Shefa Tabassum   ·   Tanvir Ahmed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9FB2C8"/>
                </a:solidFill>
              </a:rPr>
              <a:t>CSE 440 — Artificial Intelligence  ·  Section 1  ·  Instructor: Dr. Mohammad Shifat-E-Rabbi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An autonomous rover exploring hazardous volcanic terrain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Grid world: safe ground, lava, craters, gas, rock, science points, base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Movement is stochastic — the rover can slip or stall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Goal: collect science, avoid hazards, survive — planned with an MDP</a:t>
            </a:r>
          </a:p>
        </p:txBody>
      </p:sp>
      <p:pic>
        <p:nvPicPr>
          <p:cNvPr id="5" name="Picture 4" descr="terrain_map_se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754880" cy="4179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Done: terrain generator &amp; MDP core (Member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Seeded procedural terrain with configurable cell probabilities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Hazard density capped so maps stay traversable; CSV save/load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MDP formulation: states, 6 actions, slip transitions, reward model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Value iteration + optimal policy extraction, γ = 0.9</a:t>
            </a:r>
          </a:p>
        </p:txBody>
      </p:sp>
      <p:pic>
        <p:nvPicPr>
          <p:cNvPr id="5" name="Picture 4" descr="terrain_map_see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4937760" cy="434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Done: agent, simulation &amp; visualization (Members 2 &amp;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MDPExplorerAgent: starts at base, follows the policy, samples real outcomes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Tracks reward, hazards, science, survival; mission summary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Simulation loop with step budget and coverage target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Matplotlib terrain rendering with legend — one color per cell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Done: baseline experiments (Member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Three agents compared on identical terrains: MDP vs Greedy vs Random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Shared metrics: reward, coverage, hazards, science, survival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0242B"/>
                </a:solidFill>
              </a:rPr>
              <a:t>•  CSV results + performance plot generated automatically</a:t>
            </a:r>
          </a:p>
        </p:txBody>
      </p:sp>
      <p:pic>
        <p:nvPicPr>
          <p:cNvPr id="5" name="Picture 4" descr="performan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5943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670"/>
                </a:solidFill>
              </a:rPr>
              <a:t>Group 5  —  Shakil Ahmed  ·  Fahim Foysal  ·  Shefa Tabassum  ·  Tanvir Ahmed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0242B"/>
                </a:solidFill>
              </a:rPr>
              <a:t>Plan to the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Dynamic hazards: drifting gas and spreading lava, with re-planning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Fix the science-camping behavior (collect-once rule in the core agent)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Mission map with the real agent path instead of a sample path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0242B"/>
                </a:solidFill>
              </a:rPr>
              <a:t>•  Full pipeline in main.py; final report, slides, one-minute demo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