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FB2C8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FFFFFF"/>
                </a:solidFill>
              </a:rPr>
              <a:t>Autonomous Volcanic Terrain Exploration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E8C15A"/>
                </a:solidFill>
              </a:rPr>
              <a:t>Using a Markov Decision Process (MDP)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9FB2C8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</a:rPr>
              <a:t>Final Project Presentation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9FB2C8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</a:rPr>
              <a:t>We are Group 5: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FB2C8"/>
                </a:solidFill>
              </a:rPr>
              <a:t>Shakil Ahmed   ·   Fahim Foysal   ·   Shefa Tabassum   ·   Tanvir Ahmed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9FB2C8"/>
                </a:solidFill>
              </a:rPr>
              <a:t>CSE 440 — Artificial Intelligence  ·  Section 1  ·  Instructor: Dr. Mohammad Shifat-E-Rabbi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Volcanic terrain is too dangerous for humans to explore directly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An autonomous rover must collect science samples and survive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Lava is fatal; craters and gas are costly; rock blocks movement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Movement is unreliable — the rover can slip sideways or stall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The terrain itself changes during the mission</a:t>
            </a:r>
          </a:p>
        </p:txBody>
      </p:sp>
      <p:pic>
        <p:nvPicPr>
          <p:cNvPr id="5" name="Picture 4" descr="hazards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4846320" cy="42539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The task as an MDP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States: every walkable cell of the grid (rock excluded)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Actions: up / down / left / right / stay / scan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Transitions: 75% intended, 10% drift each side, 5% stall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Rewards: science +20, base +5, safe −1, gas −15, crater −40, lava −100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Discount γ = 0.9 — tuned so distant science never justifies deadly gambles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Solved exactly with value iteration (converges in milliseconds)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C0392B"/>
                </a:solidFill>
              </a:rPr>
              <a:t>V(s) ← max over a of  Σ P(s′|s,a) [ R(s,a,s′) + γ V(s′) ]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0242B"/>
                </a:solidFill>
              </a:rPr>
              <a:t>The Bellman backup, repeated until convergence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The computed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One optimal action per cell — a complete plan, not a single path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The flow field bends around lava and craters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It converges on science points and the base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Robust by construction: slips land the agent on cells that already have a plan</a:t>
            </a:r>
          </a:p>
        </p:txBody>
      </p:sp>
      <p:pic>
        <p:nvPicPr>
          <p:cNvPr id="5" name="Picture 4" descr="polic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51560"/>
            <a:ext cx="5486400" cy="4966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Collect-once science + re-planning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Naive MDP behavior: camp forever on one +20 science cell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Our rule: a sample is collected once — the cell becomes ordinary ground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The agent immediately re-runs value iteration (warm start: a few sweeps)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Result: an efficient, risk-adjusted tour of the objectives, then return to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Dynamic hazards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Gas clouds drift into neighboring safe cells (p = 0.15 per cloud per step)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Lava spills into safe neighbors (p = 0.08) and cools back after 6 steps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Base, science, rock, and craters are never destroyed — state space stays fixed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Every terrain change triggers a fresh re-plan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A lava flow reaching the rover destroys it</a:t>
            </a:r>
          </a:p>
        </p:txBody>
      </p:sp>
      <p:pic>
        <p:nvPicPr>
          <p:cNvPr id="5" name="Picture 4" descr="hazards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2880360" cy="2528282"/>
          </a:xfrm>
          <a:prstGeom prst="rect">
            <a:avLst/>
          </a:prstGeom>
        </p:spPr>
      </p:pic>
      <p:pic>
        <p:nvPicPr>
          <p:cNvPr id="6" name="Picture 5" descr="hazards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371600"/>
            <a:ext cx="2880360" cy="25282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8463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20242B"/>
                </a:solidFill>
              </a:rPr>
              <a:t>Same map: initial (left) and after 20 hazard steps, 58 change events (right)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A completed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Seed 42, dynamic hazards 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24 steps, 2 science samples, survived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71 terrain-change events during the mission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Reward higher than the static run of the same seed — re-planning exploited a gas cloud drifting off its route</a:t>
            </a:r>
          </a:p>
        </p:txBody>
      </p:sp>
      <p:pic>
        <p:nvPicPr>
          <p:cNvPr id="5" name="Picture 4" descr="fina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05840"/>
            <a:ext cx="5760720" cy="42011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Does planning beat heuristics? 20 random terrains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0242B"/>
                </a:solidFill>
              </a:rPr>
              <a:t>•  MDP: follows the value-iteration policy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42B"/>
                </a:solidFill>
              </a:rPr>
              <a:t>•  Greedy: BFS to nearest unvisited cell — ignores soft hazards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42B"/>
                </a:solidFill>
              </a:rPr>
              <a:t>•  Random: uniform random direction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42B"/>
                </a:solidFill>
              </a:rPr>
              <a:t>•  Only the MDP agent earns positive reward: +42 vs −124 vs −180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42B"/>
                </a:solidFill>
              </a:rPr>
              <a:t>•  It survives 60% of missions — 2× greedy — with ~5× fewer hazard entries</a:t>
            </a:r>
          </a:p>
        </p:txBody>
      </p:sp>
      <p:pic>
        <p:nvPicPr>
          <p:cNvPr id="5" name="Picture 4" descr="performanc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05840"/>
            <a:ext cx="5943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Conclusions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Decision-theoretic planning decisively beats heuristics in hazardous exploration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Safety and science behavior emerge from the reward model — no hand-coded rules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The reward model IS the specification: 'camping' was optimal until we changed the rules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Future: risk-sensitive objectives, energy budgets, fog-of-war POMDP, multi-rover teams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Everything is seeded and reproducible: python main.py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